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causas-raiz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empreendedores familiares e catadores no Brasil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960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143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baixo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cima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228600" cy="640080"/>
          </a:xfrm>
          <a:prstGeom prst="upArrow">
            <a:avLst/>
          </a:prstGeom>
          <a:solidFill>
            <a:srgbClr val="5A7A95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86868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1F4E79"/>
          </a:solidFill>
          <a:ln w="19050">
            <a:solidFill>
              <a:srgbClr val="0F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9144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PROBLEMA-FOCO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1612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Empreendedores familiares e catadores no Brasil enfrentam acesso desigual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recursos produtivos, mercados e espaços de decisão que afetam suas vidas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755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apesar do seu papel central nas economias locais e nos sistemas alimentares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50" kern="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2514600"/>
            <a:ext cx="10698480" cy="0"/>
          </a:xfrm>
          <a:prstGeom prst="line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743200" y="2697480"/>
            <a:ext cx="-548640" cy="-594360"/>
          </a:xfrm>
          <a:prstGeom prst="line">
            <a:avLst/>
          </a:prstGeom>
          <a:noFill/>
          <a:ln w="19050">
            <a:solidFill>
              <a:srgbClr val="5A7A9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2697480"/>
            <a:ext cx="0" cy="-594360"/>
          </a:xfrm>
          <a:prstGeom prst="line">
            <a:avLst/>
          </a:prstGeom>
          <a:noFill/>
          <a:ln w="19050">
            <a:solidFill>
              <a:srgbClr val="5A7A9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18320" y="2697480"/>
            <a:ext cx="548640" cy="-594360"/>
          </a:xfrm>
          <a:prstGeom prst="line">
            <a:avLst/>
          </a:prstGeom>
          <a:noFill/>
          <a:ln w="19050">
            <a:solidFill>
              <a:srgbClr val="5A7A9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269748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5B9BD5"/>
          </a:solidFill>
          <a:ln w="12700">
            <a:solidFill>
              <a:srgbClr val="2E5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788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acesso a mercados,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e tecnologias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apropriadas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Cadeias, finanças, infraestrutura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tecnologias estão fora do alcance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9748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5B9BD5"/>
          </a:solidFill>
          <a:ln w="12700">
            <a:solidFill>
              <a:srgbClr val="2E5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88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limitada nos espaços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decisão política,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 e de 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MBOs ficam fora ou em posição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nos diálogos que as afetam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69748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5B9BD5"/>
          </a:solidFill>
          <a:ln w="12700">
            <a:solidFill>
              <a:srgbClr val="2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788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organizacional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 entre MBOs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do entorno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capacidade de articulação,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mobilização de recursos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CAUSAS-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50" kern="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50" kern="0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434840"/>
            <a:ext cx="10698480" cy="0"/>
          </a:xfrm>
          <a:prstGeom prst="line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417320" y="4846320"/>
            <a:ext cx="132588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4846320"/>
            <a:ext cx="466344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4846320"/>
            <a:ext cx="800100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846320"/>
            <a:ext cx="-77724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846320"/>
            <a:ext cx="256032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4846320"/>
            <a:ext cx="589788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4846320"/>
            <a:ext cx="-333756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4846320"/>
            <a:ext cx="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4846320"/>
            <a:ext cx="333756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41080" y="4846320"/>
            <a:ext cx="-589788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41080" y="4846320"/>
            <a:ext cx="-256032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41080" y="4846320"/>
            <a:ext cx="77724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44200" y="4846320"/>
            <a:ext cx="-800100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44200" y="4846320"/>
            <a:ext cx="-466344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4846320"/>
            <a:ext cx="-1325880" cy="-868680"/>
          </a:xfrm>
          <a:prstGeom prst="line">
            <a:avLst/>
          </a:prstGeom>
          <a:noFill/>
          <a:ln w="6350">
            <a:solidFill>
              <a:srgbClr val="5A7A95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449884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causa-raiz alimenta múltiplas causas imediatas — leitura combinada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84632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A6C8E4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93776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296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fundiária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captura cooperativista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Agronegócio define quem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dialoga com o Estado.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UNICOPAS fica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estruturalmente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sub-representado 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e crédito.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14600" y="484632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A6C8E4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06040" y="493776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92608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apoio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0604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robusta de políticas,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finanças, pesquisa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— mas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desconectada das demandas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das MBOs.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74920" y="484632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A6C8E4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66360" y="493776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6636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estruturais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infraestrutura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6636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logísticos amazônicos,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digital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desigual, ATER pública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subfinanciada, coleta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seletiva urbana parcial.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35240" y="484632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A6C8E4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26680" y="493776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266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04672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gênero, raça e geração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72668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institucionalizados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limitam liderança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de mulheres, jovens,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povos indígenas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afro-brasileiras.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738360" y="484632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A6C8E4"/>
          </a:solidFill>
          <a:ln w="12700">
            <a:solidFill>
              <a:srgbClr val="5A7A9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29800" y="4937760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2980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14984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financeira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MBOs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82980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fontes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externas, baixa capacidade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mobilização própria,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a ciclos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 de financiamento.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0" y="6583680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 DGD 2027-2031 Brasil — Annex 1 (Theory of Change), seção 1.3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 de causas-raiz — Annex 1, seção 1.3</dc:title>
  <dc:subject>PptxGenJS Presentation</dc:subject>
  <dc:creator>Trias Brasil</dc:creator>
  <cp:lastModifiedBy>Trias Brasil</cp:lastModifiedBy>
  <cp:revision>1</cp:revision>
  <dcterms:created xsi:type="dcterms:W3CDTF">2026-05-21T13:17:37Z</dcterms:created>
  <dcterms:modified xsi:type="dcterms:W3CDTF">2026-05-21T13:17:37Z</dcterms:modified>
</cp:coreProperties>
</file>